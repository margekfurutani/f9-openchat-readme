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7A1E"/>
                </a:solidFill>
                <a:latin typeface="Meiryo"/>
              </a:rPr>
              <a:t>OpenChat × AWS IVS / サーバ編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eiryo"/>
              </a:rPr>
              <a:t>Flaxサーバ ─ IVS処理順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7D3E2"/>
                </a:solidFill>
                <a:latin typeface="Meiryo"/>
              </a:rPr>
              <a:t>Stageの作成・トークン発行・削除をどの場面でどう呼ぶか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669280"/>
            <a:ext cx="3840480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AWS SDK for Java  ivsrealtime  /  region: ap-northeast-1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機能概要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1人のパフォーマが配信し、複数の会員・ゲストが視聴する一方向ライブ配信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映像配信は AWS IVS リアルタイムストリーミングの「Stage」を使用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Flaxの責務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Stageの作成・トークン発行・削除を SDK 経由で管理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配信状態をメモリ上（シングルトン）で保持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主要コンポーネント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IvsRealtimeUtils ─ IVS SDK呼び出しのラッパー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OpenChatRoomManager ─ 配信のシングルトン管理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OpenChatRoom ─ 1配信の状態（performer/stageArn/視聴者）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Performer/Viewer WsClient ─ 配信用・視聴用WSエンドポイント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この場面でこのIVS API ─ IvsRealtimeUtils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1020"/>
                <a:gridCol w="2464816"/>
                <a:gridCol w="3697224"/>
                <a:gridCol w="1848612"/>
              </a:tblGrid>
              <a:tr h="457200"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メソッド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IVS API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用途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トークン有効期限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createStage(name)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CreateStage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配信用Stage作成＋配信トークン取得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publish 1分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createSubscribeToken(arn)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CreateParticipantToken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視聴トークン発行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subscribe 1分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deleteStage(arn)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DeleteStage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Stage削除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-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listStages()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ListStages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孤児Stage検出用の全件取得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F6B"/>
                </a:solidFill>
                <a:latin typeface="Meiryo"/>
              </a:rPr>
              <a:t>※ トークン1分は漏洩時の不正利用防止。join時のみ使用し、継続には不要。Stage名は openchat-{performerCode}-{timestamp}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IVS処理順サマリ ─ IVSを呼ぶのは4箇所だけ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698480" cy="936345"/>
          </a:xfrm>
          <a:prstGeom prst="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① 配信開始</a:t>
            </a:r>
            <a:r>
              <a:rPr sz="1300" b="0">
                <a:solidFill>
                  <a:srgbClr val="FFFFFF"/>
                </a:solidFill>
                <a:latin typeface="Meiryo"/>
              </a:rPr>
              <a:t>   performer WS接続 → createStage() → publishToken返却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17673"/>
            <a:ext cx="10698480" cy="936345"/>
          </a:xfrm>
          <a:prstGeom prst="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② 視聴開始</a:t>
            </a:r>
            <a:r>
              <a:rPr sz="1300" b="0">
                <a:solidFill>
                  <a:srgbClr val="FFFFFF"/>
                </a:solidFill>
                <a:latin typeface="Meiryo"/>
              </a:rPr>
              <a:t>   viewer WS接続(配信中のみ) → createSubscribeToken() → subscribeToken返却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63746"/>
            <a:ext cx="10698480" cy="936345"/>
          </a:xfrm>
          <a:prstGeom prst="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③ 視聴終了</a:t>
            </a:r>
            <a:r>
              <a:rPr sz="1300" b="0">
                <a:solidFill>
                  <a:srgbClr val="555F6B"/>
                </a:solidFill>
                <a:latin typeface="Meiryo"/>
              </a:rPr>
              <a:t>   viewer切断 → removeViewer()  ※IVS呼び出しなし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09819"/>
            <a:ext cx="10698480" cy="936345"/>
          </a:xfrm>
          <a:prstGeom prst="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④ 配信終了</a:t>
            </a:r>
            <a:r>
              <a:rPr sz="1300" b="0">
                <a:solidFill>
                  <a:srgbClr val="FFFFFF"/>
                </a:solidFill>
                <a:latin typeface="Meiryo"/>
              </a:rPr>
              <a:t>   performer切断 → 全視聴者へEND通知 → deleteStage()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55892"/>
            <a:ext cx="10698480" cy="936345"/>
          </a:xfrm>
          <a:prstGeom prst="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⑤ 孤児削除</a:t>
            </a:r>
            <a:r>
              <a:rPr sz="1300" b="0">
                <a:solidFill>
                  <a:srgbClr val="FFFFFF"/>
                </a:solidFill>
                <a:latin typeface="Meiryo"/>
              </a:rPr>
              <a:t>   cron毎時 → listStages() → 管理外Stageを deleteStage()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コード例：createStage（配信用Stage作成＋トークン）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IvsRealtimeUtils.java ─ PUBLISH+SUBSCRIBE権限・有効期限1分でStage作成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640080" y="1737360"/>
            <a:ext cx="10908792" cy="4389120"/>
          </a:xfrm>
          <a:prstGeom prst="parallelogram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ParticipantTokenConfiguration tokenConfig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ParticipantTokenConfiguration.builder()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    .capabilities(ParticipantTokenCapability.PUBLISH,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                  ParticipantTokenCapability.SUBSCRIBE)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.userId(name)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    .duration(PUBLISH_TOKEN_DURATION_MINUTES)   // = 1分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.build();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CreateStageRequest request = CreateStageRequest.builder()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.name(name)                       // openchat-{code}-{ts}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.participantTokenConfigurations(tokenConfig)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.build();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CreateStageResponse response = _client.createStage(request);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return response;  // response.stage().arn() / participantTokens()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199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視聴トークンは createSubscribeToken() で capabilities=SUBSCRIBE のみ・1分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① 配信開始（PerformerWsClient.onOpen）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167"/>
                <a:gridCol w="8873337"/>
                <a:gridCol w="1109167"/>
              </a:tblGrid>
              <a:tr h="457200"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順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処理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IVS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1-2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origin(CORS)/IP取得・メンテナンス中チェック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token認証 → IP許可 → パフォーマ状態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4-5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通常チャット配信中でない / 既にOpenChat配信中でない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createRoom(performer) 内で createStage()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7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OpenChatRoom生成・Map登録、publishToken取得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STAGE_READY {stageArn, publishToken, expirationTime} 返却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F6B"/>
                </a:solidFill>
                <a:latin typeface="Meiryo"/>
              </a:rPr>
              <a:t>※ createRoomは_creatingで同時作成を排他。登録失敗時は deleteStage() でロールバックし孤児を残さない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コード例：createRoom のロールバック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OpenChatRoomManager.java ─ 作成途中で失敗したら作成済みStageを必ず削除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640080" y="1737360"/>
            <a:ext cx="10908792" cy="4389120"/>
          </a:xfrm>
          <a:prstGeom prst="parallelogram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try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B0F3"/>
                </a:solidFill>
                <a:latin typeface="Consolas"/>
              </a:rPr>
              <a:t>    CreateStageResponse stRes = IvsRealtimeUtils.createStage(name);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stageArn     = stRes.stage().arn();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publishToken = stRes.participantTokens().get(0).token();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OpenChatRoom room = new OpenChatRoom(performer, owner, stageArn);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_openChatRoomMap.put(codeKey, room);   // ← Map登録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_creating.remove(codeKey);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return new CreateResult(room, publishToken, expirationTime);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} catch (Exception 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_creating.remove(codeKey);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if (stageArn != null)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AB0F3"/>
                </a:solidFill>
                <a:latin typeface="Consolas"/>
              </a:rPr>
              <a:t>        IvsRealtimeUtils.deleteStage(stageArn);  // ← ロールバック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    throw new RuntimeException(e);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199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孤児Stageを残さないための保険。createRoomは_creating.add()で同時作成を排他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② 視聴開始（ViewerWsClient.onOpen）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167"/>
                <a:gridCol w="8873337"/>
                <a:gridCol w="1109167"/>
              </a:tblGrid>
              <a:tr h="457200"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順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処理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IVS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1-2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origin(CORS)チェック・performerCode必須/数値チェック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tokenあれば会員判定（無/無効ならゲスト）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4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getRoom(performerCode)。null なら NOT_STREAMING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addViewer(session, memberCode)。会員の重複視聴は拒否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6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createSubscribeToken(stageArn) で視聴トークン発行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JOINED {stageArn, subscribeToken, expirationTime, isMember}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F6B"/>
                </a:solidFill>
                <a:latin typeface="Meiryo"/>
              </a:rPr>
              <a:t>※ memberCode=0 はゲスト（重複チェック対象外）。会員は同一memberCodeで二重視聴不可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③ 視聴終了 / ④ 配信終了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0530"/>
                <a:gridCol w="7567215"/>
                <a:gridCol w="1243925"/>
              </a:tblGrid>
              <a:tr h="457200"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場面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処理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IVS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③視聴終了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onClose → removeViewer()。セッションとmemberCode解除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なし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③理由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Stageは配信者のリソース。視聴者離脱では削除しない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④配信終了 1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_openChatRoomMapから除去（新規視聴を遮断）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④配信終了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Owner別リストから除去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④配信終了 3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closeAllViewers() → 全視聴者へEND通知しWSクローズ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④配信終了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deleteStage(stageArn)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F6B"/>
                </a:solidFill>
                <a:latin typeface="Meiryo"/>
              </a:rPr>
              <a:t>※ closeRoomの順序: Map除去を最初に。closeAllViewersは_closedフラグで1度だけ実行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コード例：closeRoom（配信終了）の順序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OpenChatRoomManager.java ─ Map除去→視聴者通知→deleteStage の順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640080" y="1737360"/>
            <a:ext cx="10908792" cy="4389120"/>
          </a:xfrm>
          <a:prstGeom prst="parallelogram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1. まずMapから除去（以降の新規視聴を遮断）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OpenChatRoom room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(OpenChatRoom)_openChatRoomMap.remove(codeKey);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if (room == null) return;        // 未登録なら何もしない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2. Owner別リストからも除去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ownerList.remove(room);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3. 全視聴者へEND通知してWSクローズ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room.closeAllViewers();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4. 最後にIVS Stageを削除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if (room.getStageArn() != null)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IvsRealtimeUtils.deleteStage(room.getStageArn());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199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Map除去を最初にやることで teardown 中の新規視聴を防ぐ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⑤ 孤児Stage削除（cleanupOrphans / cron毎時 0 * * * *）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167"/>
                <a:gridCol w="8873337"/>
                <a:gridCol w="1109167"/>
              </a:tblGrid>
              <a:tr h="457200"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順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処理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IVS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1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Map上のstageArn一覧と_creatingのスナップショット取得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listStages() で全Stage取得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openchat-接頭辞以外・Map登録済みはスキップ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_creating中・作成5分以内のStageはスキップ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5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残りを deleteStage() で削除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●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F6B"/>
                </a:solidFill>
                <a:latin typeface="Meiryo"/>
              </a:rPr>
              <a:t>※ サーバ再起動やクラッシュで消し損ねたStageを回収。5分以内スキップは登録前のraceでの誤削除防止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コード例：cleanupOrphans の誤削除ガード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OpenChatRoomManager.java ─ listStages()を走査し、安全なものだけdeleteStage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640080" y="1737360"/>
            <a:ext cx="10908792" cy="4389120"/>
          </a:xfrm>
          <a:prstGeom prst="parallelogram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for (StageSummary s : IvsRealtimeUtils.listStages())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String n = s.name();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   // openchat- 接頭辞以外 / Map登録済みは対象外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(n == null || !n.startsWith(OPENCHAT_PREFIX))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(aliveStageArns.contains(s.arn()))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   // 作成中(_creating)のperformerはスキップ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Integer perfCode = parseStagePerformerCode(n);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(creatingSnapshot.contains(perfCode))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   // 作成から5分以内はスキップ（登録前のrace対策）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long ts = parseStageTimestamp(n);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(ts &gt; 0 &amp;&amp; (now - ts) &lt; SAFE_STAGE_AGE_MS)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IvsRealtimeUtils.deleteStage(s.arn());   // 孤児を削除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199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cron毎時(0 * * * *)。listStages()はアカウント＋リージョン内の全Stageを返す点に注意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トークンと接続の関係 / 注意点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01 server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二段構成: WSでFlax認証 → IVSトークンを払い出し（別物）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パフォーマ: publishToken → PUBLISH + SUBSCRIBE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会員/ゲスト視聴: subscribeToken → SUBSCRIBE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注意点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視聴終了でdeleteStageしない（消すと配信が落ちる）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ロールバック: createRoom途中失敗時は必ずdeleteStage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孤児削除のスコープ: listStages()はアカウント＋リージョン内全Stage。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eiryo"/>
              </a:rPr>
              <a:t>– 同一アカウント/リージョンを複数環境で共有すると他環境を誤削除の恐れ。接頭辞に環境識別子を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ping/pong: 30秒間隔・2回未応答で約2分。検知遅延中はStage/視聴者が残る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