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7A1E"/>
                </a:solidFill>
                <a:latin typeface="Meiryo"/>
              </a:rPr>
              <a:t>OpenChat × AWS IVS / 配信クライアント編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eiryo"/>
              </a:rPr>
              <a:t>openchat-performer ─ publish側SDK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7D3E2"/>
                </a:solidFill>
                <a:latin typeface="Meiryo"/>
              </a:rPr>
              <a:t>ローカルのカメラ/マイク映像を IVS Stage へ publish 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69280"/>
            <a:ext cx="3840480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amazon-ivs-web-broadcast v1.33.0  /  src/api/ivsStageController.js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概要 / import するSDK要素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役割: ローカルのカメラ/マイク映像を IVS Stage へ publish（配信）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実装: src/api/ivsStageController.js（利用元: BroadcastComponent.vue）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import するSDK要素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 ─ Stageへの接続オブジェクト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LocalStageStream ─ publishする音声/映像トラックのラッパー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SubscribeType ─ 購読種別（配信側は NONE）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StageEvents ─ Stageイベント定数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StageConnectionState ─ 接続状態定数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画質プリセット（QUALITY_PRESETS）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688"/>
                <a:gridCol w="2772918"/>
                <a:gridCol w="2772918"/>
                <a:gridCol w="3466147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key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解像度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frameRate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maxBitrate(kbps)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low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640 × 360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30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800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mid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854 × 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1200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high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1280 × 720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30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2500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frameRateは最大60まで設定可能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処理順（BroadcastComponent）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mounted ①</a:t>
            </a:r>
            <a:r>
              <a:rPr sz="1300" b="0">
                <a:solidFill>
                  <a:srgbClr val="555F6B"/>
                </a:solidFill>
                <a:latin typeface="Meiryo"/>
              </a:rPr>
              <a:t>   openLocalMedia(quality) ─ getUserMediaでカメラ/マイク取得→preview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17673"/>
            <a:ext cx="10698480" cy="936345"/>
          </a:xfrm>
          <a:prstGeom prst="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mounted ②</a:t>
            </a:r>
            <a:r>
              <a:rPr sz="1300" b="0">
                <a:solidFill>
                  <a:srgbClr val="FFFFFF"/>
                </a:solidFill>
                <a:latin typeface="Meiryo"/>
              </a:rPr>
              <a:t>   joinStage(publishToken, quality, onState) ─ Stageへ publish join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63746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配信中 A</a:t>
            </a:r>
            <a:r>
              <a:rPr sz="1300" b="0">
                <a:solidFill>
                  <a:srgbClr val="555F6B"/>
                </a:solidFill>
                <a:latin typeface="Meiryo"/>
              </a:rPr>
              <a:t>   setAudioMuted / setVideoMuted ─ 音声・映像の送出ON/OFF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09819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配信中 B</a:t>
            </a:r>
            <a:r>
              <a:rPr sz="1300" b="0">
                <a:solidFill>
                  <a:srgbClr val="555F6B"/>
                </a:solidFill>
                <a:latin typeface="Meiryo"/>
              </a:rPr>
              <a:t>   updateQuality(quality) ─ 画質変更（再joinなし）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55892"/>
            <a:ext cx="10698480" cy="936345"/>
          </a:xfrm>
          <a:prstGeom prst="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beforeUnmount</a:t>
            </a:r>
            <a:r>
              <a:rPr sz="1300" b="0">
                <a:solidFill>
                  <a:srgbClr val="555F6B"/>
                </a:solidFill>
                <a:latin typeface="Meiryo"/>
              </a:rPr>
              <a:t>   leaveStage() ─ Stage退出＋ローカルトラック停止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joinStage() ─ publish専用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169049"/>
                <a:gridCol w="4225398"/>
              </a:tblGrid>
              <a:tr h="457200"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strategy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値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意味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stageStreamsToPublish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_publishStreams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音声/映像を配信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shouldPublishParticipant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自身は配信者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shouldSubscribeToParticipant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SubscribeType.NONE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 tIns="25400" bIns="254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他者は購読しない（一方向）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new Stage(publishToken, strategy) → STAGE_CONNECTION_STATE_CHANGED購読 → await _stage.join()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コード例：publishトラック生成（simulcast有効化）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映像は simulcast:{enabled:true} で複数画質レイヤーを送出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function _buildPublishStreams (qualityKey)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const preset = QUALITY_PRESETS[qualityKey]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const audioTrack = new LocalStageStream(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_localStream.getAudioTracks()[0])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const videoTrack = new LocalStageStream(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_localStream.getVideoTracks()[0],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maxBitrate:   preset.maxBitrate,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maxFramerate: preset.frameRate,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simulcast: { enabled: true }   // ← 視聴側が画質を選べる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_publishStreams = [audioTrack, videoTrack]  // [0]=音声 [1]=映像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setAudioMuted/setVideoMuted は _publishStreams[0]/[1].setMuted() で送出ON/OFF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コード例：joinStage（publish join）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publish専用strategyでStageに参加し接続状態を通知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export async function joinStage (publishToken, qualityKey, onState)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_buildPublishStreams(qualityKey)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const strategy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stageStreamsToPublish:        () =&gt; _publishStreams,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shouldPublishParticipant:     () =&gt; true,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shouldSubscribeToParticipant: () =&gt; SubscribeType.NONE  // 一方向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_stage = new Stage(publishToken, strategy)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_stage.on(StageEvents.STAGE_CONNECTION_STATE_CHANGED, (s)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onState(s === StageConnectionState.CONNECTED ? 'connected' : ...)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await _stage.join()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配信側は SubscribeType.NONE（他者を購読しない）。publishToken有効期限は約1分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メソッド詳細 ─ この場面でこう使う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openLocalMedia(qualityKey)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getUserMediaでカメラ/マイク取得（解像度/frameRateはプリセットのideal指定）。既存があればstop()して取り直す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joinStage() ─ _buildPublishStreams()でLocalStageStream生成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音声: new LocalStageStream(audioTrack)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映像: new LocalStageStream(videoTrack, { maxBitrate, maxFramerate, simulcast:{enabled:true} })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eiryo"/>
              </a:rPr>
              <a:t>– simulcast有効化 → 視聴側が複数画質レイヤーから選択できる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updateQuality() ─ 配信中の画質変更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Stageは維持。メディア取り直し→トラック差替→_stage.refreshStrategy()。再joinしないのでtoken不要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setAudioMuted/setVideoMuted ─ LocalStageStream.setMuted()。[0]=音声 [1]=映像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leaveStage() ─ _stage.leave()＋全トラックstop()（カメラ/マイク解放）→null化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コード例：updateQuality（再joinなしの画質変更）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Stageは維持。トラック差替→refreshStrategy()で反映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640080" y="1737360"/>
            <a:ext cx="10908792" cy="4389120"/>
          </a:xfrm>
          <a:prstGeom prst="parallelogram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/**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* 配信中の画質変更。Stageは維持したまま、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* トラックとbitrateを差し替える。再joinは不要なのでtoken不要。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export async function updateQuality (qualityKey)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if (!_stage) throw new Error('not joined yet')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await _acquireMedia(qualityKey)       // メディア取り直し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_buildPublishStreams(qualityKey)      // トラック差し替え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_stage.refreshStrategy()              // ← strategyを再評価し反映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return _localStream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199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publishTokenを使わない＝join済みStageへ再joinせず差し替えるのがポイント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7899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eiryo"/>
              </a:rPr>
              <a:t>WebSocketとの関係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6459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0">
                <a:solidFill>
                  <a:srgbClr val="9FB0C4"/>
                </a:solidFill>
                <a:latin typeface="Meiryo"/>
              </a:rPr>
              <a:t>02 performer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publishTokenはWSのSTAGE_READYで受け取る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{stageArn, publishToken, expirationTime}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トークン有効期限は約1分 → WS接続後すみやかにjoinStageが必要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ログアウト/切断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WS側でLogout送信 → サーバが配信終了（deleteStage）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クライアントはleaveStage()でローカル解放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